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70" r:id="rId9"/>
    <p:sldId id="271" r:id="rId10"/>
    <p:sldId id="262" r:id="rId11"/>
    <p:sldId id="263" r:id="rId12"/>
    <p:sldId id="264" r:id="rId13"/>
    <p:sldId id="268" r:id="rId14"/>
    <p:sldId id="265" r:id="rId15"/>
    <p:sldId id="272" r:id="rId16"/>
    <p:sldId id="266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2A101-FA0A-414C-B0FD-A22B9291D38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pic>
        <p:nvPicPr>
          <p:cNvPr id="6" name="Picture 5" descr="A logo with different symbol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30" y="460094"/>
            <a:ext cx="93599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87279" y="0"/>
            <a:ext cx="8306764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Shri B.V.V. Sangha’s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413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  BASAVESHWAR ENGINEERING COLLEGE, BAGALKOTE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413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01679" y="1374494"/>
            <a:ext cx="6094070" cy="9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</a:t>
            </a:r>
            <a:r>
              <a:rPr lang="en-US" sz="1600" b="1" u="sng" dirty="0">
                <a:effectLst/>
                <a:latin typeface="Times New Roman" panose="02020603050405020304" charset="0"/>
                <a:ea typeface="Times New Roman" panose="02020603050405020304" charset="0"/>
              </a:rPr>
              <a:t>DEPARTMENT OF MCA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b="1" i="1" u="sng" kern="100" dirty="0">
                <a:solidFill>
                  <a:srgbClr val="FF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Project Work </a:t>
            </a:r>
            <a:r>
              <a:rPr lang="en-US" b="1" i="1" u="sng" kern="100" dirty="0">
                <a:solidFill>
                  <a:srgbClr val="FF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on</a:t>
            </a:r>
            <a:endParaRPr lang="en-US" sz="2000" b="1" i="1" kern="100" dirty="0">
              <a:solidFill>
                <a:srgbClr val="0F4761"/>
              </a:solidFill>
              <a:latin typeface="Aptos" panose="020B0004020202020204" pitchFamily="3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u="sng" dirty="0">
                <a:solidFill>
                  <a:srgbClr val="00206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“Smart Tailor System</a:t>
            </a:r>
            <a:r>
              <a:rPr lang="en-US" sz="1600" b="1" u="sng" dirty="0">
                <a:solidFill>
                  <a:srgbClr val="00206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”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301679" y="2700057"/>
            <a:ext cx="6094070" cy="1373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2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u="sng" dirty="0">
                <a:effectLst/>
                <a:latin typeface="Times New Roman" panose="02020603050405020304" charset="0"/>
                <a:ea typeface="Times New Roman" panose="02020603050405020304" charset="0"/>
              </a:rPr>
              <a:t>MASTER OF COMPUTER APPLICATIONS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lnSpc>
                <a:spcPct val="2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u="sng" dirty="0">
                <a:effectLst/>
                <a:latin typeface="Times New Roman" panose="02020603050405020304" charset="0"/>
                <a:ea typeface="Times New Roman" panose="02020603050405020304" charset="0"/>
              </a:rPr>
              <a:t>2025-2026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6330" y="4642485"/>
            <a:ext cx="980567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Project Guide   	      	     Project Coordinator  </a:t>
            </a:r>
            <a:r>
              <a:rPr lang="en-US" sz="1600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                     </a:t>
            </a:r>
            <a:r>
              <a:rPr lang="en-US" sz="1600" b="1" i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HOD       </a:t>
            </a:r>
            <a:r>
              <a:rPr 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	              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Prof. C. M. Jangin                       Prof. C.M. Jangin      	      	   Prof. S</a:t>
            </a:r>
            <a:r>
              <a:rPr lang="en-IN" alt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.M.Magi</a:t>
            </a:r>
            <a:r>
              <a:rPr 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200"/>
              </a:spcBef>
              <a:spcAft>
                <a:spcPts val="200"/>
              </a:spcAft>
              <a:buNone/>
              <a:tabLst>
                <a:tab pos="4295140" algn="l"/>
              </a:tabLst>
            </a:pPr>
            <a:r>
              <a:rPr 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	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i="1" dirty="0">
                <a:effectLst/>
                <a:latin typeface="Times New Roman" panose="02020603050405020304" charset="0"/>
                <a:ea typeface="Times New Roman" panose="02020603050405020304" charset="0"/>
              </a:rPr>
              <a:t>Submitted by</a:t>
            </a:r>
            <a:r>
              <a:rPr lang="en-US" sz="1400" i="1" dirty="0">
                <a:latin typeface="Arial" panose="020B0604020202020204" pitchFamily="34" charset="0"/>
                <a:ea typeface="Times New Roman" panose="02020603050405020304" charset="0"/>
              </a:rPr>
              <a:t>:  </a:t>
            </a:r>
            <a:r>
              <a:rPr lang="en-US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Shrusti Mathapati                                           USN:2BA24MC043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1005"/>
            <a:ext cx="11268075" cy="5068570"/>
          </a:xfrm>
        </p:spPr>
        <p:txBody>
          <a:bodyPr>
            <a:noAutofit/>
          </a:bodyPr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Smart Tailor System is an online platform for customers and tailors.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It replaces manual tailoring with a simple digital system.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Customers can place orders, upload measurements, and track progress.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Tailors can manage all orders and customer details easily.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Makes tailoring faster, smarter, and more convenient.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Smart Tailor System is an online platform for tailors and customers.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Helps customers place stitching orders easily.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Allows customers to upload measurements and track order progress.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Tailors can store customer details and manage orders online.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Helps tailors plan and schedule delivery dates.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Literature Servey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2575"/>
            <a:ext cx="10515600" cy="462470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705" b="1">
                <a:latin typeface="Times New Roman" panose="02020603050405020304" charset="0"/>
                <a:cs typeface="Times New Roman" panose="02020603050405020304" charset="0"/>
              </a:rPr>
              <a:t>Existing System:</a:t>
            </a:r>
            <a:endParaRPr lang="en-US" altLang="en-US" sz="270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Tailoring shops still use manual methods for managing work.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Orders and measurements are written on paper or notebooks.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Communication happens through calls or in-person visits.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Difficult to track multiple orders and customer details.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Leads to delays, errors, and loss of information.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080"/>
          </a:xfrm>
        </p:spPr>
        <p:txBody>
          <a:bodyPr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Cont’d...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71930"/>
            <a:ext cx="10515600" cy="470535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Proposed System: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Smart Tailor System makes tailoring services digital and easy to use.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Customers can place orders, upload measurements, and track progress online.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Tailors can manage all orders and deliveries from one dashboard.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Provides real-time updates and reduces manual work.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Improves accuracy, saves time, and increases customer satisfaction.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200" b="1">
                <a:latin typeface="Times New Roman" panose="02020603050405020304" charset="0"/>
                <a:cs typeface="Times New Roman" panose="02020603050405020304" charset="0"/>
              </a:rPr>
              <a:t>Problem definition</a:t>
            </a:r>
            <a:endParaRPr lang="en-IN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Traditional tailoring shops use manual methods for measurements, order tracking, and customer communication. This results in frequent errors, delays, misplaced orders, and inconvenience for customers. There is a lack of a proper digital system to store measurements, track orders, maintain design preferences, and provide timely updates.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20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IN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algn="l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Communication requires physical visits.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No proper system to store customer measurements.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No digital tracking of order status.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Customers do not receive timely updates.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Software Requirement Specification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3646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42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Hardware Requirements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Software Requirement</a:t>
                      </a:r>
                      <a:endParaRPr lang="en-US" altLang="en-US"/>
                    </a:p>
                  </a:txBody>
                  <a:tcPr/>
                </a:tc>
              </a:tr>
              <a:tr h="542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Processor: Intel i3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Python (version 3.14.0) – for backend server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   </a:t>
                      </a:r>
                      <a:endParaRPr lang="en-US" altLang="en-US"/>
                    </a:p>
                  </a:txBody>
                  <a:tcPr/>
                </a:tc>
              </a:tr>
              <a:tr h="542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RAM: 4 GB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Node.js and npm – for running React.js frontend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42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Hard Disc: 500GB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MySQL – for database management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42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Operating System: Windows 11</a:t>
                      </a:r>
                      <a:endParaRPr lang="en-US"/>
                    </a:p>
                  </a:txBody>
                  <a:tcPr/>
                </a:tc>
              </a:tr>
              <a:tr h="54292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Tools and IDE :VS code,MySQL Workbench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Functional Requirements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pPr marL="0" indent="0">
              <a:buNone/>
            </a:pPr>
            <a:r>
              <a:rPr lang="en-US" altLang="en-US" sz="9200" b="1">
                <a:latin typeface="Times New Roman" panose="02020603050405020304" charset="0"/>
                <a:cs typeface="Times New Roman" panose="02020603050405020304" charset="0"/>
              </a:rPr>
              <a:t>1. Customer Module</a:t>
            </a:r>
            <a:endParaRPr lang="en-US" altLang="en-US" sz="9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9200">
                <a:latin typeface="Times New Roman" panose="02020603050405020304" charset="0"/>
                <a:cs typeface="Times New Roman" panose="02020603050405020304" charset="0"/>
              </a:rPr>
              <a:t>Customers can register, login, and place stitching orders.</a:t>
            </a: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9200">
                <a:latin typeface="Times New Roman" panose="02020603050405020304" charset="0"/>
                <a:cs typeface="Times New Roman" panose="02020603050405020304" charset="0"/>
              </a:rPr>
              <a:t>Can track order status</a:t>
            </a:r>
            <a:r>
              <a:rPr lang="en-IN" altLang="en-US" sz="92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9200" b="1">
                <a:latin typeface="Times New Roman" panose="02020603050405020304" charset="0"/>
                <a:cs typeface="Times New Roman" panose="02020603050405020304" charset="0"/>
              </a:rPr>
              <a:t>2. Tailor Module</a:t>
            </a: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9200">
                <a:latin typeface="Times New Roman" panose="02020603050405020304" charset="0"/>
                <a:cs typeface="Times New Roman" panose="02020603050405020304" charset="0"/>
              </a:rPr>
              <a:t>Tailors can view and manage all customer orders.</a:t>
            </a: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9200">
                <a:latin typeface="Times New Roman" panose="02020603050405020304" charset="0"/>
                <a:cs typeface="Times New Roman" panose="02020603050405020304" charset="0"/>
              </a:rPr>
              <a:t>Store measurements digitally and update order status.</a:t>
            </a: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9200">
                <a:latin typeface="Times New Roman" panose="02020603050405020304" charset="0"/>
                <a:cs typeface="Times New Roman" panose="02020603050405020304" charset="0"/>
              </a:rPr>
              <a:t>Generate reports for completed and pending orders.</a:t>
            </a: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9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Cont’d...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Admin Module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Admins manage users (customers and tailors).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Monitor all orders and assign tasks.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Ensure smooth and organized system operations.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Notification Module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/>
              <a:t>Sends automatic alerts to customers.</a:t>
            </a:r>
            <a:endParaRPr lang="en-US" altLang="en-US" sz="2300"/>
          </a:p>
          <a:p>
            <a:r>
              <a:rPr lang="en-US" altLang="en-US" sz="2300"/>
              <a:t>Updates customers about order progress and delivery.</a:t>
            </a:r>
            <a:endParaRPr lang="en-US" altLang="en-US" sz="2300"/>
          </a:p>
          <a:p>
            <a:r>
              <a:rPr lang="en-US" altLang="en-US" sz="2300"/>
              <a:t>Keeps customers informed in real time.</a:t>
            </a:r>
            <a:endParaRPr lang="en-US" altLang="en-US" sz="2300"/>
          </a:p>
          <a:p>
            <a:endParaRPr lang="en-US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200" b="1">
                <a:latin typeface="Times New Roman" panose="02020603050405020304" charset="0"/>
                <a:cs typeface="Times New Roman" panose="02020603050405020304" charset="0"/>
              </a:rPr>
              <a:t>ER Diagram</a:t>
            </a:r>
            <a:endParaRPr lang="en-IN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Content Placeholder 6" descr="ERDiagram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65300" y="1825625"/>
            <a:ext cx="86607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Future Enhancements &amp; Scope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Online Payment Integration: Customers can pay directly through the app or website.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AI-Based Design Suggestions: System can suggest designs and styles based on user preferences.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Mobile App: Dedicated Android and iOS apps for easy mobile access.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Cloud Backup: Secure cloud storage for saving orders and measurements safely.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200" b="1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IN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Bootstrap Documentation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[Online].Available:https://getbootstrap.com/docs/5.3/getting-</a:t>
            </a:r>
            <a:r>
              <a:rPr lang="en-IN" altLang="en-US"/>
              <a:t>   </a:t>
            </a:r>
            <a:r>
              <a:rPr lang="en-US" altLang="en-US"/>
              <a:t>started/introduction/</a:t>
            </a:r>
            <a:endParaRPr lang="en-US" altLang="en-US"/>
          </a:p>
          <a:p>
            <a:pPr marL="457200" indent="-457200"/>
            <a:r>
              <a:rPr lang="en-US" altLang="en-US"/>
              <a:t>Medium Articles – Smart Tailoring and Fashion Tech Trends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  </a:t>
            </a:r>
            <a:r>
              <a:rPr lang="en-US" altLang="en-US"/>
              <a:t>[Online]. Available: https://medium.com/tag/fashion-technology</a:t>
            </a:r>
            <a:endParaRPr lang="en-US" altLang="en-US"/>
          </a:p>
          <a:p>
            <a:r>
              <a:rPr lang="en-US" altLang="en-US"/>
              <a:t>React official site (latest docs &amp; guides) – https://react.dev/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Smart Tailor System makes tailoring services simple and digital.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It helps customers place and track orders easily.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Tailors can manage all orders and measurements efficiently.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Reduces manual work, errors, and time delays.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Improves transparency, accuracy, and customer satisfaction.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</a:rPr>
              <a:t>Brings digital transformation to the tailoring industry.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85448" y="2721114"/>
            <a:ext cx="6075381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sz="4000" b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213"/>
  <p:tag name="TABLE_ENDDRAG_RECT" val="66*143*828*2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4188</Words>
  <Application>WPS Presentation</Application>
  <PresentationFormat>Widescreen</PresentationFormat>
  <Paragraphs>154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Aptos</vt:lpstr>
      <vt:lpstr>Segoe UI</vt:lpstr>
      <vt:lpstr>Calibri Light</vt:lpstr>
      <vt:lpstr>Calibri</vt:lpstr>
      <vt:lpstr>Microsoft YaHei</vt:lpstr>
      <vt:lpstr>Arial Unicode MS</vt:lpstr>
      <vt:lpstr>Arial Black</vt:lpstr>
      <vt:lpstr>Office Theme</vt:lpstr>
      <vt:lpstr>PowerPoint 演示文稿</vt:lpstr>
      <vt:lpstr>Abstract</vt:lpstr>
      <vt:lpstr>Introduction</vt:lpstr>
      <vt:lpstr>Literature Servey</vt:lpstr>
      <vt:lpstr>Cont’d...</vt:lpstr>
      <vt:lpstr>PowerPoint 演示文稿</vt:lpstr>
      <vt:lpstr>PowerPoint 演示文稿</vt:lpstr>
      <vt:lpstr>Software Requirement Specification</vt:lpstr>
      <vt:lpstr>Functional Requirements</vt:lpstr>
      <vt:lpstr>Cont’d...</vt:lpstr>
      <vt:lpstr>ER Diagram</vt:lpstr>
      <vt:lpstr>Future Enhancements &amp; Scope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shrus</dc:creator>
  <cp:lastModifiedBy>WPS_1719990953</cp:lastModifiedBy>
  <cp:revision>10</cp:revision>
  <dcterms:created xsi:type="dcterms:W3CDTF">2025-07-23T00:59:00Z</dcterms:created>
  <dcterms:modified xsi:type="dcterms:W3CDTF">2026-02-14T06:59:54Z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1505534AA1F8428C9FC88C85720B5945_11</vt:lpwstr>
  </property>
  <property fmtid="{D5CDD505-2E9C-101B-9397-08002B2CF9AE}" pid="3" name="KSOProductBuildVer">
    <vt:lpwstr>1033-12.2.0.23196</vt:lpwstr>
  </property>
</Properties>
</file>